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097280"/>
            <a:ext cx="4572000" cy="4572000"/>
          </a:xfrm>
          <a:prstGeom prst="ellipse">
            <a:avLst/>
          </a:prstGeom>
          <a:solidFill>
            <a:srgbClr val="0F3E58"/>
          </a:solidFill>
          <a:ln>
            <a:solidFill>
              <a:srgbClr val="0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548640"/>
            <a:ext cx="3566160" cy="3566160"/>
          </a:xfrm>
          <a:prstGeom prst="ellipse">
            <a:avLst/>
          </a:prstGeom>
          <a:solidFill>
            <a:srgbClr val="0C5668"/>
          </a:solidFill>
          <a:ln>
            <a:solidFill>
              <a:srgbClr val="0C5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685800"/>
            <a:ext cx="676656" cy="676656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758952"/>
            <a:ext cx="676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071122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Courier New"/>
              </a:defRPr>
            </a:pPr>
            <a:r>
              <a:t>NEUROCARDIOTWIN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7315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EDF6FF"/>
                </a:solidFill>
                <a:latin typeface="Aptos"/>
              </a:defRPr>
            </a:pPr>
            <a:r>
              <a:t>Signals, with</a:t>
            </a:r>
            <a:br/>
            <a:r>
              <a:t>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47872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A4BED6"/>
                </a:solidFill>
                <a:latin typeface="Aptos"/>
              </a:defRPr>
            </a:pPr>
            <a:r>
              <a:t>A privacy-first AI brain–heart digital twin for</a:t>
            </a:r>
            <a:br/>
            <a:r>
              <a:t>research-grade EEG and ECG decision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3063240" cy="457200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84632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5CE1A7"/>
                </a:solidFill>
                <a:latin typeface="Aptos"/>
              </a:defRPr>
            </a:pPr>
            <a:r>
              <a:t>বাংলা + English • Secure • Explainable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A4BED6"/>
                </a:solidFill>
                <a:latin typeface="Aptos"/>
              </a:defRPr>
            </a:pPr>
            <a:r>
              <a:t>Competition Pitch Deck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Vital signals arrive disconnected.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Clinicians and researchers need a safer bridge from raw biosignal to actionable research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474720" cy="205740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438912" cy="43891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Fragmented modalities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16936"/>
            <a:ext cx="30723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EEG and ECG are commonly reviewed in separate tools, obscuring brain–heart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148840"/>
            <a:ext cx="3474720" cy="205740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4568" y="2331720"/>
            <a:ext cx="438912" cy="43891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Opaque AI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916936"/>
            <a:ext cx="30723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A probability alone cannot tell a researcher what to verify next or where the evidence came from.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48840"/>
            <a:ext cx="3474720" cy="205740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331720"/>
            <a:ext cx="438912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Trust &amp; access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916936"/>
            <a:ext cx="30723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Research platforms must protect private data while remaining usable for Bangla-speaking users.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800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Design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10235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EDF6FF"/>
                </a:solidFill>
                <a:latin typeface="Aptos"/>
              </a:defRPr>
            </a:pPr>
            <a:r>
              <a:t>How do we make multimodal AI understandable, privacy-aware, and inclusive—without pretending it is a medical device?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One secure workspace. Three intelligent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NeuroCardioTwin turns validated signal inputs into a grounded research decision—not a diagnosis.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337560" cy="2926080"/>
          </a:xfrm>
          <a:prstGeom prst="roundRect">
            <a:avLst/>
          </a:prstGeom>
          <a:solidFill>
            <a:srgbClr val="122740"/>
          </a:solidFill>
          <a:ln>
            <a:solidFill>
              <a:srgbClr val="2E5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7744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443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DF6FF"/>
                </a:solidFill>
                <a:latin typeface="Aptos"/>
              </a:defRPr>
            </a:pPr>
            <a:r>
              <a:t>Local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56432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ONNX EEG seizure, ECG rhythm, and joint forecasting models run in the application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526280"/>
            <a:ext cx="2560320" cy="4572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3128" y="2148840"/>
            <a:ext cx="3337560" cy="2926080"/>
          </a:xfrm>
          <a:prstGeom prst="roundRect">
            <a:avLst/>
          </a:prstGeom>
          <a:solidFill>
            <a:srgbClr val="122740"/>
          </a:solidFill>
          <a:ln>
            <a:solidFill>
              <a:srgbClr val="2E5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37744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9443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DF6FF"/>
                </a:solidFill>
                <a:latin typeface="Aptos"/>
              </a:defRPr>
            </a:pPr>
            <a:r>
              <a:t>Evidence 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456432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Hugging Face embeddings + Pinecone retrieve only approved research knowledge before AI guidance is generated.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4526280"/>
            <a:ext cx="2560320" cy="457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2148840"/>
            <a:ext cx="3337560" cy="2926080"/>
          </a:xfrm>
          <a:prstGeom prst="roundRect">
            <a:avLst/>
          </a:prstGeom>
          <a:solidFill>
            <a:srgbClr val="122740"/>
          </a:solidFill>
          <a:ln>
            <a:solidFill>
              <a:srgbClr val="2E5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237744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9443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DF6FF"/>
                </a:solidFill>
                <a:latin typeface="Aptos"/>
              </a:defRPr>
            </a:pPr>
            <a:r>
              <a:t>Human-centred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456432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Bilingual UI, clear safety boundaries, private profile/history, and a live research assistant.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4526280"/>
            <a:ext cx="2560320" cy="457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A privacy-first decision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Raw waveforms stay inside the controlled model path; only compact output summaries enter the RAG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Validated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EEG / ECG</a:t>
            </a:r>
            <a:br/>
            <a:r>
              <a:t>CSV or sensor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3072384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Courier New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Local ONNX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Inference +</a:t>
            </a:r>
            <a:br/>
            <a:r>
              <a:t>input-quality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3016" y="3072384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Courier New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Private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HF embedding →</a:t>
            </a:r>
            <a:br/>
            <a:r>
              <a:t>Pinecone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3072384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Grounded response +</a:t>
            </a:r>
            <a:br/>
            <a:r>
              <a:t>source citations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5024" y="4864608"/>
            <a:ext cx="9509760" cy="594360"/>
          </a:xfrm>
          <a:prstGeom prst="roundRect">
            <a:avLst/>
          </a:prstGeom>
          <a:solidFill>
            <a:srgbClr val="0E3741"/>
          </a:solidFill>
          <a:ln>
            <a:solidFill>
              <a:srgbClr val="25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5065776"/>
            <a:ext cx="9052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CE1A7"/>
                </a:solidFill>
                <a:latin typeface="Aptos"/>
              </a:defRPr>
            </a:pPr>
            <a:r>
              <a:t>Privacy boundary: no email, access token, profile data, upload, or raw waveform is sent to the RAG prompt or vector index.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From signal upload to a transparent research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071115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Sign in securely with Auth0; each user has a protected private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60903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647187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Upload numeric EEG/ECG data or select a controlled demo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36975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223259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Run local inference with explicit sample-validation and model confidence.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13047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799331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Receive an integrated decision with approved evidence sources and safety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19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375403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Review only your own compact decision history—never raw waveform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103120"/>
            <a:ext cx="3429000" cy="3108960"/>
          </a:xfrm>
          <a:prstGeom prst="roundRect">
            <a:avLst/>
          </a:prstGeom>
          <a:solidFill>
            <a:srgbClr val="122740"/>
          </a:solidFill>
          <a:ln>
            <a:solidFill>
              <a:srgbClr val="315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377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788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EDF6FF"/>
                </a:solidFill>
                <a:latin typeface="Aptos"/>
              </a:defRPr>
            </a:pPr>
            <a:r>
              <a:t>1 minute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3429000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4BED6"/>
                </a:solidFill>
                <a:latin typeface="Aptos"/>
              </a:defRPr>
            </a:pPr>
            <a:r>
              <a:t>Sign in → upload/demo → run model → see evidence-grounded decision → ask the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4617720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5CE1A7"/>
                </a:solidFill>
                <a:latin typeface="Aptos"/>
              </a:defRPr>
            </a:pPr>
            <a:r>
              <a:t>Judges can inspect the result, source citations, and privacy story in one 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WHY THIS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Not just another prediction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04872"/>
            <a:ext cx="502920" cy="50292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Multimodal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066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EEG, ECG, and their future trajectory live in one research workspace.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404872"/>
            <a:ext cx="502920" cy="50292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3317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RAG is integrated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7066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Evidence retrieval shapes the same decision workflow—not a disconnected chatbot.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005072"/>
            <a:ext cx="502920" cy="50292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Safe by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068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Prototype framing, source-aware responses, and no diagnostic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4005072"/>
            <a:ext cx="502920" cy="50292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319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Bangla-ready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3068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The full static interface and assistant can be switched between English and বাংলা.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TRUST, SAFETY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The strongest AI system is the one that knows its boundary.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043684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Auth0-protected application access and scoped MCP permissions.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610612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Server-side secret handling: browser never receives Hugging Face, Pinecone, or Supabase service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91256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177540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Per-user, server-filtered history with Row-Level Security; compact metadata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744468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RAG index contains reviewed local knowledge—not personal records or waveforms.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25112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311396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Visible research-only safety notice; no diagnosis, triage, or treatment instruction.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103120"/>
            <a:ext cx="3383280" cy="2971800"/>
          </a:xfrm>
          <a:prstGeom prst="roundRect">
            <a:avLst/>
          </a:prstGeom>
          <a:solidFill>
            <a:srgbClr val="153D3A"/>
          </a:solidFill>
          <a:ln>
            <a:solidFill>
              <a:srgbClr val="349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2514600"/>
            <a:ext cx="1188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5CE1A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52044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DF6FF"/>
                </a:solidFill>
                <a:latin typeface="Aptos"/>
              </a:defRPr>
            </a:pPr>
            <a:r>
              <a:t>Privacy is a feature,</a:t>
            </a:r>
            <a:br/>
            <a:r>
              <a:t>not a footnote.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370832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A4BED6"/>
                </a:solidFill>
                <a:latin typeface="Aptos"/>
              </a:defRPr>
            </a:pPr>
            <a:r>
              <a:t>Designed so researchers can explain what crosses the AI boundary—and what does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WHAT WE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Real model execution—not invented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Model performance is reported from the connected backend, while the interface exposes input and runtime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74720" cy="20116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438912" cy="43891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Input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16936"/>
            <a:ext cx="3072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Required sample windows, finite-value checks, sampling rate, and validated input state before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74720" cy="20116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2331720"/>
            <a:ext cx="438912" cy="438912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Operational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16936"/>
            <a:ext cx="3072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ONNX CPU model status, output confidence, classification/forecast details, and API-backed metrics surfaces.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148840"/>
            <a:ext cx="3474720" cy="20116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3" y="2331720"/>
            <a:ext cx="438912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1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Evidence 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1" y="2916936"/>
            <a:ext cx="3072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Decision outputs cite approved knowledge titles, making the RAG layer inspectable by judges.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7823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Courier New"/>
              </a:defRPr>
            </a:pPr>
            <a:r>
              <a:t>Honest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74920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EDF6FF"/>
                </a:solidFill>
                <a:latin typeface="Aptos"/>
              </a:defRPr>
            </a:pPr>
            <a:r>
              <a:t>This is a research prototype, not a clinical device. Its strength is a transparent, reproducible workflow—not overstated medical claims.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A platform designed to grow with the research community.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043684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Pilot with supervised research teams using consented, de-identified signal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9192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665476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Expand the approved knowledge base through clinician/researcher review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00984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287268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Add calibrated model evaluation, cohort-level fairness analysis, and reproducible audit exports.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22776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909060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Connect validated real-time devices only after robust signal-quality and governance testing.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057400"/>
            <a:ext cx="3657600" cy="3108960"/>
          </a:xfrm>
          <a:prstGeom prst="roundRect">
            <a:avLst/>
          </a:prstGeom>
          <a:solidFill>
            <a:srgbClr val="122740"/>
          </a:solidFill>
          <a:ln>
            <a:solidFill>
              <a:srgbClr val="315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3500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98064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EDF6FF"/>
                </a:solidFill>
                <a:latin typeface="Aptos"/>
              </a:defRPr>
            </a:pPr>
            <a:r>
              <a:t>Inclusive,</a:t>
            </a:r>
            <a:br/>
            <a:r>
              <a:t>evidence-aware</a:t>
            </a:r>
            <a:br/>
            <a:r>
              <a:t>brain–heart 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443984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5CE1A7"/>
                </a:solidFill>
                <a:latin typeface="Aptos"/>
              </a:defRPr>
            </a:pPr>
            <a:r>
              <a:t>Built in Bangladesh; designed for globally responsible digital-health research.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3566160"/>
            <a:ext cx="3749039" cy="3749039"/>
          </a:xfrm>
          <a:prstGeom prst="ellipse">
            <a:avLst/>
          </a:prstGeom>
          <a:solidFill>
            <a:srgbClr val="0E4E5E"/>
          </a:solidFill>
          <a:ln>
            <a:solidFill>
              <a:srgbClr val="0E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NEUROCARDIOTWIN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87782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700" b="1">
                <a:solidFill>
                  <a:srgbClr val="EDF6FF"/>
                </a:solidFill>
                <a:latin typeface="Aptos"/>
              </a:defRPr>
            </a:pPr>
            <a:r>
              <a:t>Better signals.</a:t>
            </a:r>
            <a:br/>
            <a:r>
              <a:t>Better context.</a:t>
            </a:r>
            <a:br/>
            <a:r>
              <a:t>Better research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56432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A4BED6"/>
                </a:solidFill>
                <a:latin typeface="Aptos"/>
              </a:defRPr>
            </a:pPr>
            <a:r>
              <a:t>The brain and heart should not be understood in isolation.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343400"/>
            <a:ext cx="315468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535424"/>
            <a:ext cx="2697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71122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Live demo: neurocardiotwin.vercel.app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